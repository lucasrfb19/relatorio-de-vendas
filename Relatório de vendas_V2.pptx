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Bar 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 Sales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lineChart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Pie 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Sales por Country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RadarChart1446119667547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waterfallChart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decompositionTreeVisual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5a054fc-4a25-4ef2-b5c7-26ab3b93a9a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06462fa22e0340b9" /><Relationship Type="http://schemas.openxmlformats.org/officeDocument/2006/relationships/slideLayout" Target="/ppt/slideLayouts/slideLayout8.xml" Id="R249b9f96116b4ef4" /><Relationship Type="http://schemas.openxmlformats.org/officeDocument/2006/relationships/hyperlink" Target="https://app.powerbi.com/groups/me/reports/05a054fc-4a25-4ef2-b5c7-26ab3b93a9aa/?pbi_source=PowerPoint" TargetMode="External" Id="RelId0" /><Relationship Type="http://schemas.openxmlformats.org/officeDocument/2006/relationships/image" Target="/ppt/media/image4.png" Id="imgId349169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6431b044977d460b" /><Relationship Type="http://schemas.openxmlformats.org/officeDocument/2006/relationships/slideLayout" Target="/ppt/slideLayouts/slideLayout8.xml" Id="Ra84ea6cc23084258" /><Relationship Type="http://schemas.openxmlformats.org/officeDocument/2006/relationships/hyperlink" Target="https://app.powerbi.com/groups/me/reports/05a054fc-4a25-4ef2-b5c7-26ab3b93a9aa/?pbi_source=PowerPoint" TargetMode="External" Id="RelId1" /><Relationship Type="http://schemas.openxmlformats.org/officeDocument/2006/relationships/image" Target="/ppt/media/image5.png" Id="imgId34916941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Relatório de vendas_V2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26/10/2024 00:53:54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22/10/2024 00:57:24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actionButton ,textbox ,shape ,shape ,Bar Chart ,Soma de  Sales por Segmento ,barChart ,lineChart ,card ,card ,card ,card ,card ,textbox ,slicer ,shape ,textbox , Pie Chart , Sales por Country ,map ,Maps ,Treemap ,clusteredBarChart ,actionButton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3491694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RadarChart1446119667547 ,waterfallChart ,treemap ,decompositionTreeVisual ,ChicletSlicer1448559807354 ,shape ,shape ,textbox ,textbox ,actionButton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3491694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Página 2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